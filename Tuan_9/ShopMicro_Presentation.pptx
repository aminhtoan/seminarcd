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73152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828800"/>
            <a:ext cx="2926080" cy="2926080"/>
          </a:xfrm>
          <a:prstGeom prst="ellipse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8580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85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BÁO CÁO ĐỒ ÁN MÔN HỌC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Website Thương Mại Điện Tử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AA7"/>
                </a:solidFill>
              </a:rPr>
              <a:t>với Kiến Trúc Microservices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8FA7BB">
              <a:alpha val="50000"/>
            </a:srgbClr>
          </a:solidFill>
          <a:ln w="12700">
            <a:solidFill>
              <a:srgbClr val="8FA7B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La Hoành Nghiệp – 3122411134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Hà Kim Khang – 3122411087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Phạm Minh Toàn – 3122411216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0215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Nguyễn Xuân Thương – 3122411204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BB"/>
                </a:solidFill>
              </a:rPr>
              <a:t>GVHD: TS. Đỗ Như Tài  •  Tháng 5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Nội Dung Trình Bày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86868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896112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896112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Tổng Quan Đề Tài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896112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Bối cảnh, vấn đề, mục tiêu, phương pháp &amp; quy trình Scrum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896112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627632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" y="162763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1655064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1655064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Cơ Sở Lý Thuyết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655064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Kiến trúc phần mềm, công nghệ Frontend &amp; Backend, API Gateway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1655064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386584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" y="23865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2414016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2414016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Phân Tích Hệ Thống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414016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Các dịch vụ vi phân (Microservices) &amp; User 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2414016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145536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1168" y="314553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IV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172968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Thiết Kế Hệ Thống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172968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C4 Model, giao tiếp dịch vụ, mô hình dữ liệu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172968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3904488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1168" y="390448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3931920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Kết Quả Đạt Được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3931920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Thành tựu kỹ thuật, Cloud DevOps, CI/CD &amp; Kết luận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3931920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Tổng Quan – Bối Cảnh &amp; Vấn Đề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68680"/>
            <a:ext cx="411480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Vấn Đề Hiện Tại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Kiến trúc Monolithic khó bảo trì &amp; mở rộng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075688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29968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Trải nghiệm người dùng chưa tối ưu trên thiết bị hiện đại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Khả năng cá nhân hóa &amp; tích hợp công nghệ mới còn hạn chế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392424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46704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Các nền tảng lớn (Fiverr, Upwork) khép kín, khó học hỏi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86868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868680"/>
            <a:ext cx="43891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868680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Giải Pháp – ShopMicro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1728" y="1417320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Áp dụng kiến trúc Microservices – phân tách chức năng rõ ràng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81728" y="2075688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029968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Xây dựng SPA (React.js) – nâng cao trải nghiệm người dùng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81728" y="2734056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688336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Thiết kế linh hoạt, phù hợp triển khai thực tế &amp; học thuật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81728" y="3392424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346704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Cloud-first: Docker, Kubernetes (AWS EKS), CI/CD tự động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Mục Tiêu Nghiên Cứu &amp; Phương Pháp Thực Hiện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8961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Mục Tiêu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" y="12344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234440"/>
            <a:ext cx="54864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52728"/>
            <a:ext cx="2651760" cy="923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🏗️  Xây dựng nền tảng e-commerce hiện đại trên kiến trúc Microservices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2344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234440"/>
            <a:ext cx="54864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252728"/>
            <a:ext cx="2651760" cy="923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⚡  Tối ưu trải nghiệm người dùng qua mô hình SPA với ReactJS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2344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234440"/>
            <a:ext cx="54864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52728"/>
            <a:ext cx="2651760" cy="923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🔧  Phân tích, thiết kế &amp; triển khai hệ thống dễ mở rộng và bảo trì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168" y="23317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Kiến Trúc Hệ Thống ShopMicro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" y="2697480"/>
            <a:ext cx="2011680" cy="1691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React.js + Vite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SPA – TailwindCSS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12848" y="3493008"/>
            <a:ext cx="201168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4016" y="2697480"/>
            <a:ext cx="201168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14016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14016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Spring Cloud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JWT Auth – Load Balancing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25696" y="3493008"/>
            <a:ext cx="201168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697480"/>
            <a:ext cx="201168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26864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Microservices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26864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7 dịch vụ độc lập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Auth · User · Product · Cart · Order…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38544" y="3493008"/>
            <a:ext cx="201168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9712" y="2697480"/>
            <a:ext cx="2011680" cy="1691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39712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39712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MongoDB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Database-per-service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Quy Trình Phát Triển – Mô Hình Scrum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28346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896112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Outline Planning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Architecture 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8308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Thu thập yêu cầu chức năng &amp; phi chức năng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42316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Tạo Product Backlog (User Stories)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Xác định mô hình tổng thể, công nghệ, quy ước kỹ thuật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35808" y="2578608"/>
            <a:ext cx="146304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89611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896112"/>
            <a:ext cx="28346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896112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2. Sprint Cycle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(Lặp lại liên tục)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46704" y="182880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178308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Select: Chọn tính năng cho Sprint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46704" y="2468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42316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Develop: Thiết kế, lập trình, kiểm thử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46704" y="310896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Review: Demo cho Product Owner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46704" y="374904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70332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Assess: Đánh giá &amp; cải tiến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16752" y="2578608"/>
            <a:ext cx="146304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89611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896112"/>
            <a:ext cx="2834640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896112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3. Project Closure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27648" y="1828800"/>
            <a:ext cx="182880" cy="1828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178308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Hoàn thiện sản phẩm theo đúng yêu cầu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2468880"/>
            <a:ext cx="182880" cy="1828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242316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Triển khai lên môi trường Production (AWS EKS)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27648" y="3108960"/>
            <a:ext cx="182880" cy="1828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Tổng kết, báo cáo &amp; bảo vệ đề tài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" y="4617720"/>
            <a:ext cx="8778240" cy="201168"/>
          </a:xfrm>
          <a:prstGeom prst="rect">
            <a:avLst/>
          </a:prstGeom>
          <a:solidFill>
            <a:srgbClr val="EAF5FB"/>
          </a:solidFill>
          <a:ln w="12700">
            <a:solidFill>
              <a:srgbClr val="C0DC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</a:rPr>
              <a:t>Scrum: Phương pháp Agile tập trung vào phát triển tăng dần (iterative) – linh hoạt, minh bạch và thích ứng nhanh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II. Công Nghệ Sử Dụng (Tech Stack)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42519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Frontend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" y="1444752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React.js (Vite)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" y="1792224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TailwindCSS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2139696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066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Axios / Fetch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50008" y="1444752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Socket.IO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50008" y="1792224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Nginx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89611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96112"/>
            <a:ext cx="42519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Backend (Spring)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00600" y="1444752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Boot 3.x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792224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Cloud Gateway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139696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066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Netflix Eureka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1444752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OpenFeign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1792224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13448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Security + JWT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1168" y="28163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" y="2816352"/>
            <a:ext cx="4251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281635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Database &amp; Messaging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8328" y="3364992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MongoDB (NoSQL)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8328" y="3712464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Database-per-service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50008" y="3364992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51176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Data MongoDB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50008" y="3712464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51176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SMTP (Email)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28163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816352"/>
            <a:ext cx="42519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81635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DevOps &amp; Cloud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00600" y="3364992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01768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Docker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00600" y="3712464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01768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Kubernetes (AWS EKS)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00600" y="4059936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01768" y="3986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Helm Charts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12280" y="3364992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13448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Terraform (IaC)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12280" y="3712464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13448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GitHub Actions CI/CD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III. Phân Tích Hệ Thống – Các Microservices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896112"/>
            <a:ext cx="27432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96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🚪  API Gateway  :8080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" y="1572768"/>
            <a:ext cx="2084832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Service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Đăng ký, đăng nhập, cấp JWT, xác thực OTP qua email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572768"/>
            <a:ext cx="2084832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41448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9050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Quản lý thông tin cá nhân người dùng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572768"/>
            <a:ext cx="2084832" cy="320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CRUD sản phẩm, tìm kiếm, lọc theo danh mục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93992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93992" y="1572768"/>
            <a:ext cx="2084832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 Service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93992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67144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Quản lý danh mục hàng hóa (Admin)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53312" y="285292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53312" y="2852928"/>
            <a:ext cx="2084832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28529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Cart 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53312" y="317296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9060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26464" y="337413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Giỏ hàng động – thêm, xoá, cập nhật số lượng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29584" y="285292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29584" y="2852928"/>
            <a:ext cx="2084832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28529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 Service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29584" y="317296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9070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02736" y="337413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Tạo đơn, inter-service gọi Cart &amp; Product, xóa cart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05856" y="285292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05856" y="2852928"/>
            <a:ext cx="2084832" cy="3200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856" y="28529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Notification Service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05856" y="317296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9020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79008" y="337413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Gửi email OTP &amp; invoice qua SMTP (utility service)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" y="4069080"/>
            <a:ext cx="8778240" cy="594360"/>
          </a:xfrm>
          <a:prstGeom prst="rect">
            <a:avLst/>
          </a:prstGeom>
          <a:solidFill>
            <a:srgbClr val="EAF7F0"/>
          </a:solidFill>
          <a:ln w="635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640"/>
                </a:solidFill>
              </a:rPr>
              <a:t>🗄️  MongoDB  –  Database-per-service  (mongodb://localhost:27017)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IV. Thiết Kế Hệ Thống – C4 Model &amp; Giao Tiếp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C4 Model – 4 Cấp Độ Kiến Trúc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1417320"/>
            <a:ext cx="45720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System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673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Ai sử dụng? Hệ thống nào tương tác?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167128"/>
            <a:ext cx="4572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1671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Các container &amp; công nghệ từng tầng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2916936"/>
            <a:ext cx="457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169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916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Component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Cấu trúc nội bộ bên trong container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" y="3666744"/>
            <a:ext cx="4572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666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Chi tiết class, interface trong component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26280" y="896112"/>
            <a:ext cx="4434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896112"/>
            <a:ext cx="44348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896112"/>
            <a:ext cx="4251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Cơ Chế Giao Tiếp Dịch Vụ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1408176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0817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REST/HTTP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50992" y="14081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Client ↔ API 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50992" y="162763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Giao tiếp chính từ Frontend (React.js) đến toàn bộ hệ thống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121408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12140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OpenFeign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50992" y="21214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Service ↔ Service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50992" y="2340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Gọi nội bộ giữa các dịch vụ – đơn giản như gọi hàm local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JWT Auth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50992" y="2834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Gateway ↔ Auth Service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50992" y="30540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Xác thực token trước khi chuyển request vào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3547872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5478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Eureka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50992" y="35478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Service Discovery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50992" y="37673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Tự động đăng ký &amp; tìm kiếm địa chỉ các service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IV. Khung Nhìn Mức Dữ Liệu – Database per Service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86968"/>
            <a:ext cx="8778240" cy="59436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86968"/>
            <a:ext cx="8549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6640"/>
                </a:solidFill>
              </a:rPr>
              <a:t>Mô hình Database-per-service với MongoDB – mỗi Microservice sở hữu một database độc lập, tránh hiện tượng Cascading Failure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 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purely_auth_service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1168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tokens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56816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56816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 Service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56816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56816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purely_product_service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56816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56816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56816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images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12464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12464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 Service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07408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2464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12464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purely_category_service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12464" y="2907792"/>
            <a:ext cx="162763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12464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categories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68112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68112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Cart Service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63056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8112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68112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purely_cart_service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68112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68112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carts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68112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items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23760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Order Service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18704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23760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purely_order_service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223760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23760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orders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orderItems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168" y="4370832"/>
            <a:ext cx="8778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</a:rPr>
              <a:t>Spring Data MongoDB (ODM)  →  @Document mapping  →  MongoRepository  →  Tự động CRUD &amp; custom query (findByEmail…)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V. Kết Quả Đạt Được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1234440" cy="17190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89611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" y="1810512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Microservices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27048" y="896112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Auth · User · Product · Category · Cart · Order · Notification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96112"/>
            <a:ext cx="1234440" cy="1719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9611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1810512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API Gateway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896112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Single Entry Point – Dynamic Routing – JWT Auth tập trung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1168" y="2798064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98064"/>
            <a:ext cx="1234440" cy="17190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98064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01168" y="3712464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CI/CD Workflows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27048" y="2798064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GitHub Actions – Build → ECR → Deploy EKS – Zero Downtime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798064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98064"/>
            <a:ext cx="1234440" cy="17190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98064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∞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4663440" y="3712464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Auto-scaling (HPA)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2798064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Kubernetes HPA + Cluster Autoscaler – mở rộng tự động theo tải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01168" y="4617720"/>
            <a:ext cx="8778240" cy="201168"/>
          </a:xfrm>
          <a:prstGeom prst="rect">
            <a:avLst/>
          </a:prstGeom>
          <a:solidFill>
            <a:srgbClr val="EAF5FB"/>
          </a:solidFill>
          <a:ln w="12700">
            <a:solidFill>
              <a:srgbClr val="C0DC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✅  Terraform IaC trên AWS  •  EKS Kubernetes  •  ALB Ingress  •  Helm Charts  •  SPA React.js hoàn chỉnh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73152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943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94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KẾT LUẬN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Dự Án Purely – ShopMicro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9AA7"/>
                </a:solidFill>
              </a:rPr>
              <a:t>Microservices E-Commerce Platform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5029200" cy="36576"/>
          </a:xfrm>
          <a:prstGeom prst="rect">
            <a:avLst/>
          </a:prstGeom>
          <a:solidFill>
            <a:srgbClr val="8FA7BB">
              <a:alpha val="50000"/>
            </a:srgbClr>
          </a:solidFill>
          <a:ln w="12700">
            <a:solidFill>
              <a:srgbClr val="8FA7B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331720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Hệ thống Cloud-first hoàn chỉnh – sẵn sàng môi trường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807208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61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Kiến trúc Microservices đúng chuẩn Enterprise (Spring Cloud)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282696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3697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Tự động hóa hạ tầng bằng Terraform + CI/CD GitHub 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758184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124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Có khả năng Fault Tolerance, High Availability &amp; Scale-out tự động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Cảm ơn Thầy/Cô và các bạn đã lắng nghe! 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ShopMicro – Website Thương Mại Điện Tử với Microservices</dc:title>
  <dc:subject>PptxGenJS Presentation</dc:subject>
  <dc:creator>PptxGenJS</dc:creator>
  <cp:lastModifiedBy>PptxGenJS</cp:lastModifiedBy>
  <cp:revision>1</cp:revision>
  <dcterms:created xsi:type="dcterms:W3CDTF">2026-05-01T04:12:16Z</dcterms:created>
  <dcterms:modified xsi:type="dcterms:W3CDTF">2026-05-01T04:12:16Z</dcterms:modified>
</cp:coreProperties>
</file>